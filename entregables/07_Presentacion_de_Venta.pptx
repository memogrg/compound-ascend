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5966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572000" cy="4572000"/>
          </a:xfrm>
          <a:prstGeom prst="ellipse">
            <a:avLst/>
          </a:prstGeom>
          <a:solidFill>
            <a:srgbClr val="6366F1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ASCEND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asesor financiero personal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IA, hecho para LatAm.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entender tu dinero a construir tu patrimonio: una escalera financiera completa, en español, guiada por inteligencia artificial.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20116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venta  ·  Junio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finanzas personales en español están rotas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12264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933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que solo miran al pasado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2350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Categorizan gastos que ya hiciste, pero no te dicen qué hacer mañana.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53512"/>
            <a:ext cx="10881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191256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27355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072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Pensadas para otro mercado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554480" y="34290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mejores herramientas son anglosajonas: no hablan tu idioma ni tu realidad.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32504"/>
            <a:ext cx="10881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35254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513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 fragmentado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554480" y="45079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para gastos, otra para invertir, otra para deudas. Nada conecta.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11496"/>
            <a:ext cx="10881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5349240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43153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2303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solo es abrumador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554480" y="55869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criterio claro, la gente posterga las decisiones financieras importantes.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mercado enorme y mal atendido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25146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+650M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hispanohablantes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mundo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14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2011680"/>
            <a:ext cx="251460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331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Alta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2044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penetración 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en LatAm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2514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2011680"/>
            <a:ext cx="25146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331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Baja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6364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financiera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869680" y="2011680"/>
            <a:ext cx="2514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69680" y="2011680"/>
            <a:ext cx="2514600" cy="10972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0" y="2331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Nueva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0684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bancarizada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fintech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hispanohablante está mal atendido. </a:t>
            </a:r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líderes no hablan su idioma ni entienden la informalidad, las múltiples monedas y los ingresos variables de la región.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escalera financiera completa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módulos encadenados que llevan al usuario de la claridad al patrimonio, coronados por un Dashboard y un Coach con IA.</a:t>
            </a:r>
            <a:endParaRPr lang="en-US" sz="1500" dirty="0"/>
          </a:p>
        </p:txBody>
      </p:sp>
      <p:pic>
        <p:nvPicPr>
          <p:cNvPr id="5" name="Image 0" descr="/tmp/ca_diag/02_escalera_financie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286000"/>
            <a:ext cx="10908792" cy="3255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peldaño aporta datos al siguiente: el sistema conoce al usuario cada vez mejor.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en cada peldaño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94560"/>
            <a:ext cx="566928" cy="566928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225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Mi Perfil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8803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ADN financiero: riesgo, comportamiento y metas.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194560"/>
            <a:ext cx="566928" cy="566928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225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Mi Base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53712" y="28803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 mensual y salud financiera de 0 a 100.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2194560"/>
            <a:ext cx="566928" cy="566928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32257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11312" y="28803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prioridad y simulador de deudas.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60520"/>
            <a:ext cx="566928" cy="566928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28853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178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Patrimonio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96112" y="4846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 (invertir) y protegerte (seguros).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160520"/>
            <a:ext cx="566928" cy="566928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28853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178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Rich Life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53712" y="4846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neto y Rich Life Score en el tiempo.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955280" y="3886200"/>
            <a:ext cx="3429000" cy="1783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416052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4288536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4178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211312" y="4846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salud y la única próxima mejor acción.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coach que propone.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 decides.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6334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68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con tus finanzas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8254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 lenguaje natural o registra movimientos hablando.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502152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210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564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recibos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130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extrae monto, comercio, fecha y categoría.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489704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60857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4439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siempre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4800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nunca actúa sola: te muestra lo que propone y esperas tu OK.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85800" y="5477256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59612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4315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tus datos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17320" y="57881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únicamente usa tu información, nunca la de otros.</a:t>
            </a:r>
            <a:endParaRPr lang="en-US" sz="1250" dirty="0"/>
          </a:p>
        </p:txBody>
      </p:sp>
      <p:pic>
        <p:nvPicPr>
          <p:cNvPr id="21" name="Image 4" descr="/tmp/ca_diag/04_secuencia_i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55280" y="1371600"/>
            <a:ext cx="3566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nadie más ofrece junto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4050792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de gastos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Robo-advisors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Ascend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 y contexto LatAm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Escalera financiera completa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que prioriza y decide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Simulador de deudas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Protección (seguros)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Finanzas de hogar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Ascend es el único que combina contexto regional, alcance integral e IA accionable.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GANAMOS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Categoría propia, no una app más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92024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58568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865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951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Sistema, no función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29718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módulos que se potencian entre sí crean un foso que una app de una sola función no puede cruzar.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49240" cy="192024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258568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38658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951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 criterio propio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0528" y="29718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deterministas dan los números; la IA da la narrativa. Resultados consistentes y auditables.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349240" cy="192024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407408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53542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439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LatAm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32688" y="5120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Idioma, monedas, informalidad e ingresos variables nativos, no traducidos.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349240" cy="1920240"/>
          </a:xfrm>
          <a:prstGeom prst="rect">
            <a:avLst/>
          </a:prstGeom>
          <a:solidFill>
            <a:srgbClr val="0F27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407408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53542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4439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de grado fintech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10528" y="5120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confirmación de acciones y privacidad por diseño: requisito para hablar de dinero.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Freemium: valor primero, precio después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completo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 (uso limitado)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módulos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siempre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06240" y="1783080"/>
            <a:ext cx="3749040" cy="393192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1783080"/>
            <a:ext cx="374904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79222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06240" y="2834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US$16,49</a:t>
            </a:r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/mes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20624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US$164,90/año (2 meses gratis)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4069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Gratis, sin límites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avanzado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experta e inversiones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y seguros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401568" cy="36576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19456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6676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premium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6760" y="32918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Fijamos el plan Premium un 10% por encima del competidor más caro del mundo (US$14,99/mes), porque ofrecemos un alcance integral que ninguno iguala.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llegamos al usuario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48716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jóvenes, familias y parejas, e independientes con ingresos variables.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86000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48716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3703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educativo en español, alianzas con creadores, referidos y comunidades.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286000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48716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66760" y="3703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privada → waitlist con Premium gratis → lanzamiento público y prensa fintech.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10908792" cy="1005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guía: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&gt;60%   ·   conversión a Premium 3–6%   ·   retención &gt;40% a 90 días   ·   LTV/CAC &gt; 3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Construido y listo para escalar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F0–F10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completas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1031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 RLS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1031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~11.7k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código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9680" y="192024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1F3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1031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6112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· lint · build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08792" cy="22860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160520"/>
            <a:ext cx="548640" cy="548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45920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grado fintech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60120" y="48006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total por usuario (RLS forzado en todas las tablas)  ·  validación en cliente y servidor  ·  </a:t>
            </a:r>
            <a:pPr indent="0" marL="0">
              <a:buNone/>
            </a:pPr>
            <a:r>
              <a:rPr lang="en-US" sz="14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por ambiente, CSP estricta y rate limiting  ·  webhooks firmados  ·  consumo de IA inmodificable por el usuario  ·  auditoría y eventos de seguridad.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474720"/>
            <a:ext cx="5486400" cy="5486400"/>
          </a:xfrm>
          <a:prstGeom prst="ellipse">
            <a:avLst/>
          </a:prstGeom>
          <a:solidFill>
            <a:srgbClr val="05966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ASCEND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Ayudamos a millones de personas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subir su escalera financiera.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asesor financiero completo, en español, con IA. Listo para salir en vivo y monetizar.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5120640"/>
            <a:ext cx="310896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120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Compound Ascend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5285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compound-ascend.com  ·  hola@compound-ascend.com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Ascend — Presentación de Venta</dc:title>
  <dc:subject>PptxGenJS Presentation</dc:subject>
  <dc:creator>Compound Ascend</dc:creator>
  <cp:lastModifiedBy>Compound Ascend</cp:lastModifiedBy>
  <cp:revision>1</cp:revision>
  <dcterms:created xsi:type="dcterms:W3CDTF">2026-06-02T15:43:37Z</dcterms:created>
  <dcterms:modified xsi:type="dcterms:W3CDTF">2026-06-02T15:43:37Z</dcterms:modified>
</cp:coreProperties>
</file>